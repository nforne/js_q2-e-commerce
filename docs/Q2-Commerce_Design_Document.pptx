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External Design Document for Q2-Commerce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Version 1.0 | April 2025</a:t>
            </a:r>
          </a:p>
          <a:p>
            <a:r>
              <a:t>Prepared by: nforne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1.1 Purpose</a:t>
            </a:r>
          </a:p>
          <a:p>
            <a:r>
              <a:t>Q2-Commerce is a robust platform for managing e-commerce operations using React.js, Node.js, and Firebase Firestore.</a:t>
            </a:r>
          </a:p>
          <a:p/>
          <a:p>
            <a:r>
              <a:t>1.2 Scope</a:t>
            </a:r>
          </a:p>
          <a:p>
            <a:r>
              <a:t>- Architecture (Frontend &amp; Backend)</a:t>
            </a:r>
          </a:p>
          <a:p>
            <a:r>
              <a:t>- Database schema &amp; workflows</a:t>
            </a:r>
          </a:p>
          <a:p>
            <a:r>
              <a:t>- API design, security, and scalability plans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Overview</a:t>
            </a:r>
          </a:p>
          <a:p>
            <a:r>
              <a:t>- Frontend: React.js</a:t>
            </a:r>
          </a:p>
          <a:p>
            <a:r>
              <a:t>- Backend: Node.js with Express.js</a:t>
            </a:r>
          </a:p>
          <a:p>
            <a:r>
              <a:t>- Database: Firebase Firestore</a:t>
            </a:r>
          </a:p>
          <a:p/>
          <a:p>
            <a:r>
              <a:t>2.2 Workflow</a:t>
            </a:r>
          </a:p>
          <a:p>
            <a:r>
              <a:t>- Frontend: Dynamic components</a:t>
            </a:r>
          </a:p>
          <a:p>
            <a:r>
              <a:t>- Backend: Logic &amp; DB interaction</a:t>
            </a:r>
          </a:p>
          <a:p>
            <a:r>
              <a:t>- Database: Real-time sync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Backend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3.1 Directory Breakdown</a:t>
            </a:r>
          </a:p>
          <a:p>
            <a:r>
              <a:t>config/, controllers/, models/, routes/, services/, server.js, .env, README.md</a:t>
            </a:r>
          </a:p>
          <a:p/>
          <a:p>
            <a:r>
              <a:t>3.2 Example Workflow - Cart Checkout</a:t>
            </a:r>
          </a:p>
          <a:p>
            <a:r>
              <a:t>1. Frontend POST /transactions</a:t>
            </a:r>
          </a:p>
          <a:p>
            <a:r>
              <a:t>2. Backend validates and processes</a:t>
            </a:r>
          </a:p>
          <a:p>
            <a:r>
              <a:t>3. Firestore updates records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Frontend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4.1 Directory Breakdown</a:t>
            </a:r>
          </a:p>
          <a:p>
            <a:r>
              <a:t>assets/, styles/, components/, context/, hooks/, pages/, services/, utils/, App.jsx, index.jsx</a:t>
            </a:r>
          </a:p>
          <a:p/>
          <a:p>
            <a:r>
              <a:t>4.2 Component Examples</a:t>
            </a:r>
          </a:p>
          <a:p>
            <a:r>
              <a:t>- ProductCard.jsx: Product + Add to Cart</a:t>
            </a:r>
          </a:p>
          <a:p>
            <a:r>
              <a:t>- ThemeToggle.jsx: Theme switcher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Firestore Data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5.1 Hierarchical Structure</a:t>
            </a:r>
          </a:p>
          <a:p>
            <a:r>
              <a:t>/users/, /products/, /orders/, /messages/, /transactions/, /reviews/</a:t>
            </a:r>
          </a:p>
          <a:p/>
          <a:p>
            <a:r>
              <a:t>5.2 Example Documents</a:t>
            </a:r>
          </a:p>
          <a:p>
            <a:r>
              <a:t>- User: name, email, role, shopping_cart</a:t>
            </a:r>
          </a:p>
          <a:p>
            <a:r>
              <a:t>- Product: name, price, vendor, stock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6.1 User Management</a:t>
            </a:r>
          </a:p>
          <a:p>
            <a:r>
              <a:t>- Role-based profiles and editing</a:t>
            </a:r>
          </a:p>
          <a:p/>
          <a:p>
            <a:r>
              <a:t>6.2 Transactions</a:t>
            </a:r>
          </a:p>
          <a:p>
            <a:r>
              <a:t>- Create/update transactions, adjust stock</a:t>
            </a:r>
          </a:p>
          <a:p/>
          <a:p>
            <a:r>
              <a:t>6.3 Messaging System</a:t>
            </a:r>
          </a:p>
          <a:p>
            <a:r>
              <a:t>- Real-time chat with read/delete</a:t>
            </a:r>
          </a:p>
          <a:p/>
          <a:p>
            <a:r>
              <a:t>6.4 Reviews &amp; Theme Customization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API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</a:t>
            </a:r>
          </a:p>
          <a:p>
            <a:r>
              <a:t>POST /users → create user</a:t>
            </a:r>
          </a:p>
          <a:p>
            <a:r>
              <a:t>PUT /users/:id → update user</a:t>
            </a:r>
          </a:p>
          <a:p/>
          <a:p>
            <a:r>
              <a:t>Transactions</a:t>
            </a:r>
          </a:p>
          <a:p>
            <a:r>
              <a:t>POST /transactions → create transaction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8.1 Firestore Rules</a:t>
            </a:r>
          </a:p>
          <a:p>
            <a:r>
              <a:t>- Role-based read/write access</a:t>
            </a:r>
          </a:p>
          <a:p/>
          <a:p>
            <a:r>
              <a:t>8.2 Encryption</a:t>
            </a:r>
          </a:p>
          <a:p>
            <a:r>
              <a:t>- Passwords &amp; sensitive data encrypted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9.1 Firestore Optimization</a:t>
            </a:r>
          </a:p>
          <a:p>
            <a:r>
              <a:t>- Indexing, sharding for high performance</a:t>
            </a:r>
          </a:p>
          <a:p/>
          <a:p>
            <a:r>
              <a:t>9.2 Modular Architecture</a:t>
            </a:r>
          </a:p>
          <a:p>
            <a:r>
              <a:t>- Easy feature addition &amp; maintenance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10.1 AI-Powered Recommendations</a:t>
            </a:r>
          </a:p>
          <a:p>
            <a:r>
              <a:t>- Use Firebase ML Kit for personalization</a:t>
            </a:r>
          </a:p>
          <a:p/>
          <a:p>
            <a:r>
              <a:t>10.2 Vendor Marketplace Expansion</a:t>
            </a:r>
          </a:p>
          <a:p>
            <a:r>
              <a:t>- 3rd party seller inventory management</a:t>
            </a:r>
          </a:p>
          <a:p/>
          <a:p>
            <a:r>
              <a:t>10.3 Automation</a:t>
            </a:r>
          </a:p>
          <a:p>
            <a:r>
              <a:t>- Firestore triggers for stock/order updates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