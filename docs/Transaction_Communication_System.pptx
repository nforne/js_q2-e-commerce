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Transaction and Communication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Overview and API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platform to manage users, transactions, reviews, products, and communication.</a:t>
            </a:r>
          </a:p>
          <a:p>
            <a:r>
              <a:t>- Uses Firebase Firestore as database.</a:t>
            </a:r>
          </a:p>
          <a:p>
            <a:r>
              <a:t>- Joi for input validation.</a:t>
            </a:r>
          </a:p>
          <a:p>
            <a:r>
              <a:t>- Role-based access control for secure feature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(Users &amp; Transactions)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Users:</a:t>
            </a:r>
          </a:p>
          <a:p>
            <a:r>
              <a:t>- Create and update user info.</a:t>
            </a:r>
          </a:p>
          <a:p/>
          <a:p>
            <a:r>
              <a:t>Transactions:</a:t>
            </a:r>
          </a:p>
          <a:p>
            <a:r>
              <a:t>- Create and update transactions.</a:t>
            </a:r>
          </a:p>
          <a:p>
            <a:r>
              <a:t>- Reorder alerts for vendors based on stock levels.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(Reviews, Products, Messages)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Reviews:</a:t>
            </a:r>
          </a:p>
          <a:p>
            <a:r>
              <a:t>- Add/update reviews for vendors/products.</a:t>
            </a:r>
          </a:p>
          <a:p/>
          <a:p>
            <a:r>
              <a:t>Products:</a:t>
            </a:r>
          </a:p>
          <a:p>
            <a:r>
              <a:t>- Add/update product details.</a:t>
            </a:r>
          </a:p>
          <a:p>
            <a:r>
              <a:t>- Stock management and reorder alerts.</a:t>
            </a:r>
          </a:p>
          <a:p/>
          <a:p>
            <a:r>
              <a:t>Messages:</a:t>
            </a:r>
          </a:p>
          <a:p>
            <a:r>
              <a:t>- Send/update/delete messages.</a:t>
            </a:r>
          </a:p>
          <a:p>
            <a:r>
              <a:t>- Mark messages as read.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Backend: Node.js + Express</a:t>
            </a:r>
          </a:p>
          <a:p>
            <a:r>
              <a:t>- Database: Firebase Firestore</a:t>
            </a:r>
          </a:p>
          <a:p>
            <a:r>
              <a:t>- Validation: Joi</a:t>
            </a:r>
          </a:p>
          <a:p>
            <a:r>
              <a:t>- Authentication: JWT</a:t>
            </a:r>
          </a:p>
          <a:p>
            <a:r>
              <a:t>- Role-Based Access Control</a:t>
            </a:r>
          </a:p>
          <a:p>
            <a:r>
              <a:t>- Custom message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 and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Clone the repository</a:t>
            </a:r>
          </a:p>
          <a:p>
            <a:r>
              <a:t>2. Install dependencies (npm install)</a:t>
            </a:r>
          </a:p>
          <a:p>
            <a:r>
              <a:t>3. Configure Firebase in firebaseConfig.js</a:t>
            </a:r>
          </a:p>
          <a:p>
            <a:r>
              <a:t>4. Start application (npm start)</a:t>
            </a:r>
          </a:p>
          <a:p>
            <a:r>
              <a:t>Use Postman to test APIs.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 - Users &amp;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Users:</a:t>
            </a:r>
          </a:p>
          <a:p>
            <a:r>
              <a:t>POST /users</a:t>
            </a:r>
          </a:p>
          <a:p>
            <a:r>
              <a:t>PUT /users/:id</a:t>
            </a:r>
          </a:p>
          <a:p/>
          <a:p>
            <a:r>
              <a:t>Transactions:</a:t>
            </a:r>
          </a:p>
          <a:p>
            <a:r>
              <a:t>POST /transactions</a:t>
            </a:r>
          </a:p>
          <a:p>
            <a:r>
              <a:t>PUT /transactions/:id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 - Reviews &amp;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Reviews:</a:t>
            </a:r>
          </a:p>
          <a:p>
            <a:r>
              <a:t>POST /reviews</a:t>
            </a:r>
          </a:p>
          <a:p>
            <a:r>
              <a:t>PUT /reviews/:id</a:t>
            </a:r>
          </a:p>
          <a:p/>
          <a:p>
            <a:r>
              <a:t>Products:</a:t>
            </a:r>
          </a:p>
          <a:p>
            <a:r>
              <a:t>POST /products</a:t>
            </a:r>
          </a:p>
          <a:p>
            <a:r>
              <a:t>PUT /products/:id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 -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 /messages</a:t>
            </a:r>
          </a:p>
          <a:p>
            <a:r>
              <a:t>PUT /messages/:id</a:t>
            </a:r>
          </a:p>
          <a:p>
            <a:r>
              <a:t>PATCH /messages/:id/markAsRead</a:t>
            </a:r>
          </a:p>
          <a:p>
            <a:r>
              <a:t>DELETE /messages/:id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 Postman to test endpoints.</a:t>
            </a:r>
          </a:p>
          <a:p>
            <a:r>
              <a:t>- Include headers for authentication (JWT tokens).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Fork the repo</a:t>
            </a:r>
          </a:p>
          <a:p>
            <a:r>
              <a:t>2. Create a branch</a:t>
            </a:r>
          </a:p>
          <a:p>
            <a:r>
              <a:t>3. Commit and push changes</a:t>
            </a:r>
          </a:p>
          <a:p>
            <a:r>
              <a:t>4. Open a Pull Request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License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licensed under the MIT License. See LICENSE file for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